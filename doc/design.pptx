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F67DBD-C2BD-B6EF-6EF7-5F54D3A45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6B27EDF-92D0-6453-1ADC-FEDA15D9B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3FD5F2-19CD-0AD0-12B0-BDF24904D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A820-FC6B-45A3-A6AE-BBC017F4B75B}" type="datetimeFigureOut">
              <a:rPr lang="fr-CA" smtClean="0"/>
              <a:t>2026-04-09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86337C-6144-1AF9-1777-8D91F5A32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B61F8C-9E98-6B4A-F6FA-AE496BCE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A942-0898-4AED-888A-364FC456EC0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93422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AF3071-3BBF-02DF-C911-E5F5E1909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688E7C-E48F-1489-2778-B08AFFA80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B4B8C0-2868-40CB-BE59-D2E84235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A820-FC6B-45A3-A6AE-BBC017F4B75B}" type="datetimeFigureOut">
              <a:rPr lang="fr-CA" smtClean="0"/>
              <a:t>2026-04-09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6E539A-D80D-97C0-A686-13EFF7CCE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61C080-F02D-DDEC-881F-25887DDCD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A942-0898-4AED-888A-364FC456EC0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612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21DA77-A5E1-F248-816A-01A7DDD2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58B03F-64EA-9907-9F79-285F7B6EC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42E4AD-7E20-FC01-E910-13589ACC8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A820-FC6B-45A3-A6AE-BBC017F4B75B}" type="datetimeFigureOut">
              <a:rPr lang="fr-CA" smtClean="0"/>
              <a:t>2026-04-09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D76F8E-3471-FC5B-17B4-433BC777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A3ACCF-0B0E-092D-115D-7AAC55B7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A942-0898-4AED-888A-364FC456EC0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3950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49A013-52DA-B612-5642-86606901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3C16AE-A801-E08F-8C67-38D515786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8D4CFBC-48D6-073F-55B4-735899B5E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1BC7DB-DD70-723E-A4FC-6FD584DB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A820-FC6B-45A3-A6AE-BBC017F4B75B}" type="datetimeFigureOut">
              <a:rPr lang="fr-CA" smtClean="0"/>
              <a:t>2026-04-09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085494-1E81-BD71-6C5B-439EAE5B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1C703E-55F0-1AD9-E0A3-21EEC4DE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A942-0898-4AED-888A-364FC456EC0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63441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0FE9B2-E6E3-5A7C-95B6-E4166FCFD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56F0B7-4C75-8BA1-E788-CF300DC54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C946CCB-A923-04F2-96E9-E051E92F0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0EE34CE-8B3F-97AC-9639-0472D206F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7A61029-CD81-1E24-FEB2-D53C8F1FD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717560A-3DDD-36D6-6532-5046F354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A820-FC6B-45A3-A6AE-BBC017F4B75B}" type="datetimeFigureOut">
              <a:rPr lang="fr-CA" smtClean="0"/>
              <a:t>2026-04-09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191A3D9-09DC-E332-E91B-89601677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AAF184B-A2B8-DDF9-125F-3F6166C4F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A942-0898-4AED-888A-364FC456EC0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4134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499304-DDF5-610A-9508-4E8197EE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A36AB21-FE56-CC1E-F79A-BDAE75F8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A820-FC6B-45A3-A6AE-BBC017F4B75B}" type="datetimeFigureOut">
              <a:rPr lang="fr-CA" smtClean="0"/>
              <a:t>2026-04-09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6F6C2BF-C6BA-C3F6-06DA-0EE42ECD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3845CDE-EB56-A355-D534-28377220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A942-0898-4AED-888A-364FC456EC0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15551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3C1BDFE-F50B-3724-0D53-97B46FD0A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A820-FC6B-45A3-A6AE-BBC017F4B75B}" type="datetimeFigureOut">
              <a:rPr lang="fr-CA" smtClean="0"/>
              <a:t>2026-04-09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49A6478-839F-13FC-AD67-BC7153A7B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50A732-4ED4-EE54-D519-1268E77D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A942-0898-4AED-888A-364FC456EC0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337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BE4D17-F8D7-F24D-1118-0D99E929E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C7B10E-1091-B517-9847-414B8EE6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8B8DE9D-C427-00C2-10B9-D420D3476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55B5ED-948C-7271-7362-83E2F6C1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A820-FC6B-45A3-A6AE-BBC017F4B75B}" type="datetimeFigureOut">
              <a:rPr lang="fr-CA" smtClean="0"/>
              <a:t>2026-04-09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E9843E-6AD8-5819-0533-9F157ACDE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CCDB85-D576-3232-4BB9-5A7D9EB7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A942-0898-4AED-888A-364FC456EC0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52718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0D28EC-3012-3F6D-A243-66F586571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59AB335-E70F-7163-BFD3-10B5B6EB75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32D527-796F-BEE7-694D-931049DE7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E82F93-B91D-9644-B76A-6914F95C5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A820-FC6B-45A3-A6AE-BBC017F4B75B}" type="datetimeFigureOut">
              <a:rPr lang="fr-CA" smtClean="0"/>
              <a:t>2026-04-09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C932D9-1E5E-EC10-8AA4-68967C4F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FC2FF2-0FF2-3C3D-B66C-01A5A307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A942-0898-4AED-888A-364FC456EC0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0082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5C4FE7-915C-5CC2-45C3-C5D873348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41D0E71-8554-BF6E-8232-F491C6B73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F30680-9903-6ED1-0130-788519EE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A820-FC6B-45A3-A6AE-BBC017F4B75B}" type="datetimeFigureOut">
              <a:rPr lang="fr-CA" smtClean="0"/>
              <a:t>2026-04-09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A43075-FA67-F2BA-B240-636FFB19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0F56FA-E597-79B6-B785-7A281994C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A942-0898-4AED-888A-364FC456EC0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3737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893AB87-C4AC-4665-514D-ED9A75B57C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5F40607-D5FB-9D2A-DC26-A00F6792D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61C623-2E2B-B558-A9AD-387A9F4E8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A820-FC6B-45A3-A6AE-BBC017F4B75B}" type="datetimeFigureOut">
              <a:rPr lang="fr-CA" smtClean="0"/>
              <a:t>2026-04-09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0FC7A1-8CD8-D608-A130-6C03AB77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67A558-DD7F-29C0-0979-E2CE28E8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A942-0898-4AED-888A-364FC456EC0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9573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C2C9FC5-4BE2-2657-B933-79BD21D3C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9637B5-8A39-C7C1-3A62-74E6924CF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E6109F-6922-FF09-07B6-06C344852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1A820-FC6B-45A3-A6AE-BBC017F4B75B}" type="datetimeFigureOut">
              <a:rPr lang="fr-CA" smtClean="0"/>
              <a:t>2026-04-09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4CC7A5-C34A-8B79-500F-3A9CD2C94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4AD19F-719B-B563-E976-377CB5393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5A942-0898-4AED-888A-364FC456EC0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6540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9E0176-F45F-D0E5-5676-BB5B8BF57A62}"/>
              </a:ext>
            </a:extLst>
          </p:cNvPr>
          <p:cNvSpPr/>
          <p:nvPr/>
        </p:nvSpPr>
        <p:spPr>
          <a:xfrm>
            <a:off x="1242647" y="281354"/>
            <a:ext cx="8472854" cy="62366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7102867-D4DC-13CD-1782-5356CB66AB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04"/>
          <a:stretch>
            <a:fillRect/>
          </a:stretch>
        </p:blipFill>
        <p:spPr>
          <a:xfrm>
            <a:off x="1578353" y="1555139"/>
            <a:ext cx="7801441" cy="466065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AF53F98-B7F7-2389-0734-16E29217F50C}"/>
              </a:ext>
            </a:extLst>
          </p:cNvPr>
          <p:cNvSpPr txBox="1"/>
          <p:nvPr/>
        </p:nvSpPr>
        <p:spPr>
          <a:xfrm>
            <a:off x="1514474" y="496091"/>
            <a:ext cx="541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PUBLICATIONS DU MOIS : AVRIL 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FAC17F-031A-C7B4-1110-D89A99FBAD8D}"/>
              </a:ext>
            </a:extLst>
          </p:cNvPr>
          <p:cNvSpPr/>
          <p:nvPr/>
        </p:nvSpPr>
        <p:spPr>
          <a:xfrm>
            <a:off x="5093540" y="1000854"/>
            <a:ext cx="2019300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Mois Précédent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9DC0F7-CCCD-C2F7-DACE-9E47844DFEDC}"/>
              </a:ext>
            </a:extLst>
          </p:cNvPr>
          <p:cNvSpPr/>
          <p:nvPr/>
        </p:nvSpPr>
        <p:spPr>
          <a:xfrm>
            <a:off x="7362823" y="1000854"/>
            <a:ext cx="1931245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Mois Suivant</a:t>
            </a:r>
          </a:p>
        </p:txBody>
      </p:sp>
    </p:spTree>
    <p:extLst>
      <p:ext uri="{BB962C8B-B14F-4D97-AF65-F5344CB8AC3E}">
        <p14:creationId xmlns:p14="http://schemas.microsoft.com/office/powerpoint/2010/main" val="35058596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10</Words>
  <Application>Microsoft Office PowerPoint</Application>
  <PresentationFormat>Grand écran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Borelli, Gregory</dc:creator>
  <cp:lastModifiedBy>Borelli, Gregory</cp:lastModifiedBy>
  <cp:revision>1</cp:revision>
  <dcterms:created xsi:type="dcterms:W3CDTF">2026-04-09T13:54:34Z</dcterms:created>
  <dcterms:modified xsi:type="dcterms:W3CDTF">2026-04-09T15:19:52Z</dcterms:modified>
</cp:coreProperties>
</file>