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0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B849ED-1470-E461-832B-6AD468DACE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927BF2E-0684-E7DC-5E0D-CAFCD20F51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3D89F6F-9B7B-3260-8EFE-C1359C102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F2273-4077-4EA5-8A75-867E38FD4DC6}" type="datetimeFigureOut">
              <a:rPr lang="fr-CA" smtClean="0"/>
              <a:t>2026-04-23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B23356F-7ECE-5A2E-4285-3C465B677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E5E3A61-2F17-A234-6972-80A6E1F13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3DF0D-8D39-4100-94F8-75D2FA924E1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22257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2ACFAC-1E60-B164-5298-FF53CE47C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DDFA5FA-B8D1-C3CA-F435-B11AD8DB5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A125B6C-CDAB-2450-E9F7-5CE47A6AA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F2273-4077-4EA5-8A75-867E38FD4DC6}" type="datetimeFigureOut">
              <a:rPr lang="fr-CA" smtClean="0"/>
              <a:t>2026-04-23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8E61545-9904-CCA2-D96B-FC20C0F66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4F5EAA5-5079-BD63-E265-B8F64E6F2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3DF0D-8D39-4100-94F8-75D2FA924E1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72999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5510F9-BC7E-E06F-06DC-9A48E232F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D78C8D0-401D-8668-1D93-90FFBFF645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219FB1-2776-30BD-99AC-D8EA9BD55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F2273-4077-4EA5-8A75-867E38FD4DC6}" type="datetimeFigureOut">
              <a:rPr lang="fr-CA" smtClean="0"/>
              <a:t>2026-04-23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668D9A8-5ED4-E4CF-44CB-95386B02C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C4C1FEA-7826-3500-CC14-40E8ECADF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3DF0D-8D39-4100-94F8-75D2FA924E1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34833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F55F40-6116-E89A-4FA1-2B451CDC8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2CA70B-7B50-D11F-A723-A7D64E02B9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A259037-ADCD-9E7D-CE26-75ED3D0AA0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A01C093-8722-6C7D-9402-6FEA064B6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F2273-4077-4EA5-8A75-867E38FD4DC6}" type="datetimeFigureOut">
              <a:rPr lang="fr-CA" smtClean="0"/>
              <a:t>2026-04-23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6D1D479-64BC-77FE-2FEE-869BC753D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89311A4-7F6F-328D-6362-DCC8785D3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3DF0D-8D39-4100-94F8-75D2FA924E1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57072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21E068-250C-322A-4F05-2E5495F5F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B5467D0-4D01-900A-121C-A821DF9EB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01A258B-42E8-B071-4646-7E89FD44BE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ADA6D27-FBDA-827B-C12F-55682D9B81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D984543-1573-3A91-24ED-B82958C6FB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E8FE425-D55D-6E56-435B-87ACE5F27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F2273-4077-4EA5-8A75-867E38FD4DC6}" type="datetimeFigureOut">
              <a:rPr lang="fr-CA" smtClean="0"/>
              <a:t>2026-04-23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302EFC9-DFE1-6364-42AF-CC2DE501E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E3F0293-F993-07E7-0411-6841C4D09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3DF0D-8D39-4100-94F8-75D2FA924E1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60738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A29961-A152-3DA5-60C7-5070C1FC7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EEE8674-2341-2A76-0744-D9679EA23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F2273-4077-4EA5-8A75-867E38FD4DC6}" type="datetimeFigureOut">
              <a:rPr lang="fr-CA" smtClean="0"/>
              <a:t>2026-04-23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4BE19AD-29F8-D09F-687F-CDC0E6C1F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4B468EF-3348-E957-D7DB-F6666438D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3DF0D-8D39-4100-94F8-75D2FA924E1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94619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73FECC8-AF92-C5B4-F3BB-9555C944E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F2273-4077-4EA5-8A75-867E38FD4DC6}" type="datetimeFigureOut">
              <a:rPr lang="fr-CA" smtClean="0"/>
              <a:t>2026-04-23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2EC9134-19FC-8E35-CD27-8834B930D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DFAEF67-70D7-0A6A-47BB-A5D093543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3DF0D-8D39-4100-94F8-75D2FA924E1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34992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2D9D47-376D-C6C9-85A5-4F9330FE1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C8119A4-044E-A290-634A-468910F403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3E1AA7A-6284-A275-B993-0F52AB5016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4A01C09-8067-47A0-C355-5C486F9DB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F2273-4077-4EA5-8A75-867E38FD4DC6}" type="datetimeFigureOut">
              <a:rPr lang="fr-CA" smtClean="0"/>
              <a:t>2026-04-23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6A5F0CD-5690-F7D7-9D19-D4C9FDB82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17D9116-853E-AD76-FF3D-E50E92664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3DF0D-8D39-4100-94F8-75D2FA924E1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57950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A24B0D-EC15-F38A-5AD9-E941A98A7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8A6C0EB-134C-6D77-F4EE-BCAFAA57E4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ECEAD65-9342-9456-3EA9-97FB593B92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460DC22-AFB4-5435-A6BA-080AA65A1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F2273-4077-4EA5-8A75-867E38FD4DC6}" type="datetimeFigureOut">
              <a:rPr lang="fr-CA" smtClean="0"/>
              <a:t>2026-04-23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AA2B162-1A6B-7E93-EF3C-79111B315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EA41A2E-22E4-DA64-F6E0-3290106EF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3DF0D-8D39-4100-94F8-75D2FA924E1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22137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30BCB0-4072-7576-2733-1A34217B8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9683FEF-AC83-37E2-BE2A-E292933B76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9312A97-BC46-A54E-9683-7793462DE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F2273-4077-4EA5-8A75-867E38FD4DC6}" type="datetimeFigureOut">
              <a:rPr lang="fr-CA" smtClean="0"/>
              <a:t>2026-04-23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463228A-4F22-993F-F2B8-DC23D464B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E589122-109C-185D-B93E-671A9715A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3DF0D-8D39-4100-94F8-75D2FA924E1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31250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808F97C-72E9-91B9-11C6-24CC6F3FF1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4330657-DFEC-4B54-06F6-75FAD5B434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CB64D9F-E106-613A-75E1-677DF5816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F2273-4077-4EA5-8A75-867E38FD4DC6}" type="datetimeFigureOut">
              <a:rPr lang="fr-CA" smtClean="0"/>
              <a:t>2026-04-23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4B0DE01-1511-C0C3-5626-36ECD0523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A79DA83-08B0-1A94-0BC3-E2938DEF9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3DF0D-8D39-4100-94F8-75D2FA924E1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8438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01F772D-C726-08BA-14E3-3EAE13776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2AE4DB8-B7F6-4393-0067-1466441022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647564C-E51E-F156-60BD-CD411B26AC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BF2273-4077-4EA5-8A75-867E38FD4DC6}" type="datetimeFigureOut">
              <a:rPr lang="fr-CA" smtClean="0"/>
              <a:t>2026-04-23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F75C553-7833-46AE-C32B-F4FCA15C2D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49771E3-A5F3-49BE-5FBA-119A50DA61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43DF0D-8D39-4100-94F8-75D2FA924E1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94545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92E9FA-85D4-1676-1B5A-5E9371A764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64C9C74-7172-66C9-EDD5-F3A899C8AC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59815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8DD64A94-FF95-5476-A381-F1B8DF6150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020" y="170995"/>
            <a:ext cx="8849960" cy="6516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12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3641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6119BDC8-831B-3410-6C6A-C2A75B69B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46" y="0"/>
            <a:ext cx="119889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094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Image 35">
            <a:extLst>
              <a:ext uri="{FF2B5EF4-FFF2-40B4-BE49-F238E27FC236}">
                <a16:creationId xmlns:a16="http://schemas.microsoft.com/office/drawing/2014/main" id="{B005398B-591D-72A8-0F73-996FEA79E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043" y="0"/>
            <a:ext cx="115239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33755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0</Words>
  <Application>Microsoft Office PowerPoint</Application>
  <PresentationFormat>Grand écran</PresentationFormat>
  <Paragraphs>0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Borelli, Gregory</dc:creator>
  <cp:lastModifiedBy>Borelli, Gregory</cp:lastModifiedBy>
  <cp:revision>2</cp:revision>
  <dcterms:created xsi:type="dcterms:W3CDTF">2026-04-20T14:10:18Z</dcterms:created>
  <dcterms:modified xsi:type="dcterms:W3CDTF">2026-04-23T15:25:04Z</dcterms:modified>
</cp:coreProperties>
</file>